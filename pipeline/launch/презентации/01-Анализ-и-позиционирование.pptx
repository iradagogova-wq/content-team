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Голосов</c:v>
                </c:pt>
              </c:strCache>
            </c:strRef>
          </c:tx>
          <c:spPr>
            <a:solidFill>
              <a:srgbClr val="2E7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2E4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Первый раз слышу,
мне интересно</c:v>
                  </c:pt>
                  <c:pt idx="1">
                    <c:v>Мне это очень нужно</c:v>
                  </c:pt>
                  <c:pt idx="2">
                    <c:v>Давно слышал,
но не вникал</c:v>
                  </c:pt>
                  <c:pt idx="3">
                    <c:v>Изучал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45</c:v>
                </c:pt>
                <c:pt idx="2">
                  <c:v>32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A2E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A2E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КУРСА ПОЛИГЛОТА · 2026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Анализ аудитории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 новое позиционирование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сказали подписчики, на чём держится прогрев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чем новый курс отличается от прежнего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по ответам из сторис · август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ИСХОДНЫЕ ДАННЫЕ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сказала аудитория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031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2 561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85292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просмотров у сторис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ответами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21031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2 061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383280" y="285292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просмотров у сторис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опросом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21031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143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126480" y="285292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человека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проголосовали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69680" y="18288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0" y="21031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8869680" y="285292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ответов в директ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одну сторис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одна цифра не додумана — всё со скриншотов статистики. Голосование 7 % от увидевших: живой отклик, а не всплеск.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ЦИФРА ЗАПУСКА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Опрос про метод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675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00200"/>
            <a:ext cx="3840480" cy="3657600"/>
          </a:xfrm>
          <a:prstGeom prst="roundRect">
            <a:avLst>
              <a:gd name="adj" fmla="val 2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55280" y="19202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64 %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7955280" y="2697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методе не знают ничего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955280" y="32918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этом 31 % уже сказали «мне это очень нужно», не понимая, что именно им предлагают.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интерес не к методу, а к результату — он в нише желанен сам по себе.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887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ВЫВОД, ИЗ КОТОРОГО СЛЕДУЕТ ВСЁ ОСТАЛЬНОЕ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10332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Ниша горячая.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 холодный.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663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Прогревать надо не желание — «хочу английский» есть у всех, — а веру в то,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достижимо и не за годы. Убеждать взрослого человека, что английский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полезен, — оскорбление. Убеждать надо, что он достижим им.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ДОСЛОВНО, 14 ОТВЕТОВ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написали в директ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3794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«Хочу владеть английским языком»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1343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желание без срока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83794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«А есть ссылка на курс по изучению языка?»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231343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горячий лид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07238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«Хотела изучить русский язык за 40 часов»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54787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вернула вашу цифру дословно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92608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307238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бы хотела узнать стоимость занятия»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354787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горячий лид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430682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«Хочу в тгк плииз»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478231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 просит Telegram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1605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430682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«Монетизируй поскорее!!»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478231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разрешение продавать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Возражений в ответах нет ни одного — значит их не собирали. Под сбор в плане выделены три отдельных дня.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РЕШЕНИЙ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из этого достаётся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73936"/>
            <a:ext cx="457200" cy="45720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73736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про метод, не про английский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029968"/>
            <a:ext cx="982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Английский — 4 упоминания из 14, но есть арабский, китайский и русский. Название по языку отсекает эти сегменты.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642616"/>
            <a:ext cx="457200" cy="45720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60604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Цифра «40 часов» уже прижилась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2898648"/>
            <a:ext cx="982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Вернулась дословно из чужих уст. Крючок не надо изобретать — надо защитить доказательством.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511296"/>
            <a:ext cx="457200" cy="45720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347472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Двое спросили цену, когда продавать было нечего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3767328"/>
            <a:ext cx="982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Начало тёплого списка. Найти в переписке поимённо и написать первыми.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379976"/>
            <a:ext cx="457200" cy="45720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34340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Аудитория сама просит Telegram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4636008"/>
            <a:ext cx="982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 открывается в день 1, а не после запуска. Это единственное, что останется после.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5248656"/>
            <a:ext cx="457200" cy="45720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248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521208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человек сказали «очень нужно»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5504688"/>
            <a:ext cx="982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Верхняя граница тёплого списка на сегодня — не прогноз продаж. Считать выручку от неё рано.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КАКОЙ СЛОЙ БЬЁТ ПРОГРЕВ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слоя боли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56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говорят вслух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22199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«хочу выучить английский»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0" y="198424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годится — симптом,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него получится общий курс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3192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под этим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8503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уже пробовал: школа, репетитор,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приложение. Годы и деньги ушли,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я всё ещё не говорю»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15200" y="344728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сюда бьёт лид-магнит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мини-курс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782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боятся на самом деле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14807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«дело не в методе — дело во мне.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меня нет способностей»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0" y="491032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сюда бьёт весь прогрев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целиком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Третий слой — вывод, а не наблюдение. Проверяется опросом в первый же день прогрева.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887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СТЕРЖЕНЬ: ОДНА МЫСЛЬ НА ВЕСЬ ЗАПУСК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10332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«Ты не бездарный.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Тебя учили в порядке,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который не даёт заговорить»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663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Вина снимается с ученика и переносится на метод. Это правда — значит это можно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повторять две недели подряд и ни разу не соврать. И это само подводит к продукту: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виноват порядок, нужен правильный порядок. А он у вас есть.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 → СТАЛО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Смена позиционирования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383280"/>
                <a:gridCol w="48463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Было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Стало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продаём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курс конкретного языка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метод: порядок, работающий на любом языке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Обещание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«выучишь язык»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«N часов до уровня при такой-то нагрузке»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всем, кто хочет язык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тем, кто уже пробовал и бросил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Доказательство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 знаю язык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 знаю N языков + ученик, который бросал трижды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Какое возражение снимаем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«дорого», «нет времени»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«у меня нет способностей»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человек покупает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порядок и срок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Левую колонку заполнить честно. Если её выдумать «похуже», чтобы правая смотрелась лучше, это заметят те, кто уже учился.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ПРИЗНАНИЕ, А НЕ АНОНС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это доносится в прогреве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работает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 меня новый курс, он лучше прежнего»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Читается как переклеенная этикетка. Худшее, что может случиться с перезапуском.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22402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всё это время продавала не то, что на самом деле даю»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 мне приходили за одним языком — а уносили порядок, который потом применяли ко второму.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Признание собственной ошибки снимает защиту быстрее любого аргумента. После такого захода прошлые ученики не чувствуют себя обманутыми, а новые понимают, за что платят.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ЗАКРЫТЬ ДО ПРОДАЖ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возражения, которых раньше не было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566928" cy="566928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201168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видел твой прошлый курс — чем этот отличается?»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244144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Отвечается таблицей «было → стало». Без общих слов: шесть осей, по каждой конкретика.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931920"/>
            <a:ext cx="566928" cy="566928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28800" y="374904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у тебя уже училась»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417880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Отвечается заранее, до того как спросят: что вы даёте прошлым ученикам. Это самая обидчивая часть аудитории и одновременно самая близкая к покупке.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Молчать про прошлых учеников нельзя — они первыми заметят смену и первыми решат, честная она или нет.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ЧЕК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Формат продажи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охвате сторис 2–2,5 тысячи дешёвый продукт не окупит две недели работы: чтобы собрать сумму мелкими чеками, нужна аудитория на порядок больше. На такой аудитории продают дорого и немного — и продают разговором, а не текстом.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Цена в сторис</a:t>
            </a:r>
            <a:endParaRPr lang="en-US" sz="17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звучит ни разу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Её называет менеджер на созвоне — девятым шагом, после того как человек услышал, за что платит.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65176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Кнопка ведёт</a:t>
            </a:r>
            <a:endParaRPr lang="en-US" sz="17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анкету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17720" y="37490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её вопроса — сколько раз бросал, сколько часов готов, что останавливает — и есть сценарий будущего звонка.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265176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21040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Никаких</a:t>
            </a:r>
            <a:endParaRPr lang="en-US" sz="17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автоматизаций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21040" y="37490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Анкета собирается ссылкой, дальше живой человек звонит по списку. Бот на входе сжигает тёплый контакт.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решается до дня 1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865376"/>
            <a:ext cx="384048" cy="384048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1732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и тарифы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для сторис — для менеджера и для расчёта окупаемости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642616"/>
            <a:ext cx="384048" cy="384048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606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мест реально и почему столько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0936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дефицит должен быть настоящим и объяснимым вслух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419856"/>
            <a:ext cx="384048" cy="384048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383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обзванивает анкеты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3383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человека на телефоне формат не работает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197096"/>
            <a:ext cx="384048" cy="384048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География аудитории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неё зависит платёж, язык прогрева и правовой режим рекламы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4974336"/>
            <a:ext cx="384048" cy="384048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4937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«было → стало», заполненная честно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4937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неё перезапуск читается как переклеенная этикетка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 не фиксируем: план идёт в днях — день 1, день 7, день 17.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и позиционирование</dc:title>
  <dc:subject>PptxGenJS Presentation</dc:subject>
  <dc:creator>Отдел контента</dc:creator>
  <cp:lastModifiedBy>Отдел контента</cp:lastModifiedBy>
  <cp:revision>1</cp:revision>
  <dcterms:created xsi:type="dcterms:W3CDTF">2026-08-23T08:21:55Z</dcterms:created>
  <dcterms:modified xsi:type="dcterms:W3CDTF">2026-08-23T08:21:55Z</dcterms:modified>
</cp:coreProperties>
</file>