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1 · СТОРИС → АНКЕТА → ОБЗВОН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Прогрев курса полиглота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дней прогрева + 4 дня продаж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Перезапуск: курс уже существует. Каждый день несёт три слоя —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отработку возражения, показанный ажиотаж и раскрытие ценности продукта.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идёт в днях, не в календаре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НА ГЛАВНЫЙ ВОПРОС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14 дней, а не больше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Длинный прогрев нужен там, где аудитория холодная: не знает эксперта, не верит, не понимает нишу. Здесь ситуация другая.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212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уже есть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Сколько дней это экономит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Экспертности верят: «верю, что ваши методы помогут»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распаковка личности не нужна — минус 3–5 дней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Курс уже был и продавался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этап создания продукта не нужен — минус 3–4 дня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Запросы в директ идут сами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ажиотаж не создаём с нуля, только показываем — минус 2 дня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Разрешение продавать получено вслух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нужно подводить к самой мысли о продаже — минус 1–2 дня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4348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4617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Остаётся одна вещь, которую надо вводить с нуля: метод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5029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 не знают 64 % аудитории. На него отдано 4 дня из 10 — больше, чем на любой другой блок. Растягивать дальше вредно: каждый лишний день — это день, когда зритель привыкает, что вы всё время что-то анонсируете, и перестаёт реагировать.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ОТЛИЧИЕ ЭТОГО ПЛАНА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слоя каждого дня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каждом дне прогрева, без исключений, работают три вещи одновременно.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74720" cy="2514600"/>
          </a:xfrm>
          <a:prstGeom prst="roundRect">
            <a:avLst>
              <a:gd name="adj" fmla="val 290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76272"/>
            <a:ext cx="457200" cy="457200"/>
          </a:xfrm>
          <a:prstGeom prst="ellipse">
            <a:avLst/>
          </a:prstGeom>
          <a:solidFill>
            <a:srgbClr val="B3453C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ВОЗРАЖЕНИЕ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76148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возражение дня, отработанное нативно — сценой из жизни, а не спором.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37033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B3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«у вас есть время», а «занималась час, пока дети спали»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3474720" cy="2514600"/>
          </a:xfrm>
          <a:prstGeom prst="roundRect">
            <a:avLst>
              <a:gd name="adj" fmla="val 290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9432" y="2176272"/>
            <a:ext cx="457200" cy="45720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2212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АЖИОТАЖ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99432" y="276148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Показанный спрос: скрин, число, реакция. Заявленный не считается.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99432" y="37033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«мне все пишут», а сетка сообщений с датой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965960"/>
            <a:ext cx="3474720" cy="2514600"/>
          </a:xfrm>
          <a:prstGeom prst="roundRect">
            <a:avLst>
              <a:gd name="adj" fmla="val 290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02752" y="2176272"/>
            <a:ext cx="457200" cy="457200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19" name="Text 17"/>
          <p:cNvSpPr/>
          <p:nvPr/>
        </p:nvSpPr>
        <p:spPr>
          <a:xfrm>
            <a:off x="8302752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15400" y="2212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ЦЕННОСТЬ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2752" y="276148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сегодня раскрывается в продукте: один модуль, одна механика, один бонус.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02752" y="37033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«расскажу всё в конце», а по кусочку каждый день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6634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48006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нативно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51206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Возражение, названное прямо, включает спор — человек защищает свою позицию. Возражение, показанное сценой, спора не включает: человек сам делает вывод, и вывод остаётся его собственным.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ИЗ 2 · КАК ОТРАБОТАТЬ НАТИВНО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возражений ниши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Двенадцать возражений языковой ниши. Слева — как звучит, справа — чем отрабатывается сценой, кадром, ситуацией.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023360"/>
                <a:gridCol w="6309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Возражение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Нативная отработка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«У меня нет способностей, мне не дано»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ваша точка А: оценка, тетрадь, годы без результата. Плюс ученик, который считал так же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«Нет времени»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кадр вашего дня: где именно помещается час. Дорога, очередь, пока дети спят. Показ, не рассказ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«Я уже пробовал и бросил»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 тоже бросали. Назвать, что в старом порядке заставляет бросить на второй неделе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«Мне поздно, возраст»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ученик старше зрителя. Без реального примера тему не поднимать вообще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«Вложу деньги и не получится»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арифметика уже потраченного: репетитор, школа, приложения — сколько ушло и с каким результатом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«Плохая память, не запоминаю слова»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показать механику: почему в вашем порядке не надо зубрить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ИЗ 2 · КАК ОТРАБОТАТЬ НАТИВНО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возражений ниши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023360"/>
                <a:gridCol w="6309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Возражение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Нативная отработка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«Стесняюсь говорить, боюсь ошибиться»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ваша собственная ошибка в речи на видео. Посмеяться над ней вслух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«Не с кем практиковать»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кадр вашей практики: с кем и как. И как это устроено внутри курса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«Нужна техника, условия, время сесть»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кадр: телефон и наушники. Больше ничего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«Онлайн не работает, нужен живой преподаватель»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показать формат изнутри: экран, разбор, обратная связь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«Я уже у тебя училась / чем этот отличается»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таблица «было → стало». Отвечать до того, как спросят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«Начну потом — после отпуска, с сентября»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 отсрочки в часах: за отложенные три месяца проходится весь путь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0120" y="54132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— гипотеза. Проверяется в день 3: там открытый вопрос «почему в прошлый раз не получилось». Реальные ответы заменяют пункты карты и дают точные формулировки — их и показываем скринами.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СТЕРЖЕНЬ: ОДНА МЫСЛЬ НА ВСЕ 14 ДНЕЙ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32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«Ты не бездарный.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Тебя учили в порядке,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который не даёт заговорить»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663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сторис проверяется по ней: двигает — оставляем, не двигает — вырезаем.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Вина снимается с ученика и переносится на метод. Никакого «ты просто ленишься».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· ВОЗРАЖЕНИЕ · ЦЕННОСТЬ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14 дней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81328"/>
          <a:ext cx="10881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  <a:gridCol w="3383280"/>
                <a:gridCol w="35661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Дн.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Возражение дня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Ценность продукта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 сам(а) не мог(ла)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способностей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порядок существует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причина + видео-доказательство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уже пробовал и бросил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 воспроизводим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боль: почему бросил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плохая память · сбор всех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 понимаете их лучше, чем они сами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 в трёх шагах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нужна техника и условия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первый модуль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арифметика часов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времени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сколько часов в программе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чужой результат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мне поздно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сопровождение и обратная связь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ажиотаж + честное сомнение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меня не дойдут руки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ограниченная группа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признание: продавала не то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 уже училась / чем отличается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именно переделано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новое позиционирование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вложу деньги и не получится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программа целиком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анонс старта + анкета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начну потом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получает тот, кто зайдёт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ПРОДАЖИ — открытие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стесняюсь говорить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устроена практика речи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ПРОДАЖИ — тарифы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онлайн не работает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 и платформа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ПРОДАЖИ — кто уже внутри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с кем практиковать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группа и чат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ПРОДАЖИ — закрытие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подумаю ещё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теряет тот, кто не зашёл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Ажиотаж идёт каждый день с первого и не прекращается до конца. Только показанный: скрин, число, реакция.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21792" cy="621792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 сам(а) не мог(ла)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снять с себя ореол таланта: способности не продаются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B3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ВОЗРАЖЕНИЕ ДНЯ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 меня нет способностей» → ваша точка А: оценка, тетрадь, годы без результата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456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АЖИОТАЖ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4456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 вопросов из директа: «как вы так можете», «у вас талант»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4788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 ПРОДУКТА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4788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не называем. Показываем, что существует порядок, а не дар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3957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670048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83464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Вопрос, который задают чаще всего: «у вас просто способности?»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Старая тетрадь, дневник, фото с оценкой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вы завалили язык в школе или в вузе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Момент, когда вы сдались в первый раз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лет учили язык до первого разговора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говорили про ваши способности родители или учителя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того, что перепробовали и бросили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39572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2670048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283464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1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 вас просто способности к языкам, да?» — мне пишут это чаще всего.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3  (фото из точки А)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ЗАПОЛНИТЬ: сколько лет учили, какая оценка, что не получалось.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5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Добило не то, что я не говорила. А вывод: дело во мне.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Опрос: думал(а) ли ты, что языки — не твоё?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21792" cy="621792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оказалось на самом деле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назвать виноватого — порядок, а не человек — и показать доказательство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B3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ВОЗРАЖЕНИЕ ДНЯ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уже пробовал и бросил» → вы тоже бросали. Назвать, что в старом порядке заставляет бросить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456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АЖИОТАЖ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4456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Реакции на видео, вопросы «сколько языков», «как долго учили»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4788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 ПРОДУКТА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4788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воспроизводим: он сработал не только на вас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3957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670048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83464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Сцена, где вы впервые увидели другой подход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разговор, который перевернул представление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делают дети, чего не делают взрослые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«сначала грамматика» не даёт заговорить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часов вы потратили «правильно» и с каким итогом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«знать язык» отличается от «говорить»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39572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2670048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283464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3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 учили в порядке, в котором заговорить невозможно.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5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бросала так же, как ты. Три раза. Дело было не в силе воли.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6–8  ВИДЕО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разговор на 2–3 языках. Одним куском, без монтажа.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Реакция: 🔥 если тоже думал(а), что дело в тебе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21792" cy="621792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не получилось в прошлый раз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день сбора возражений — из ответов берутся формулировки для всех следующих дней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B3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ВОЗРАЖЕНИЕ ДНЯ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«Плохая память» → показать, почему в вашем порядке не надо зубрить. Плюс сбор всех остальных опросом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456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АЖИОТАЖ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4456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Количество ответов числом: «за два часа — N сообщений»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4788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 ПРОДУКТА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4788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понимаете их проблему лучше, чем они сами. Это и есть первая продажа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3957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670048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83464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Хроника попытки: воодушевление → «не успел» → стыдно открыть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Приложение: 400 дней подряд и ни одного разговора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Репетитор: почему год занятий не даёт речь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денег уже потрачено на язык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всё понимаю, но не могу сказать» — откуда это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списки слов не запоминаются, а фразы из разговора — сами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39572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2670048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283464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3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раз одинаково: две недели воодушевления → «не успел» → стыдно открывать → «начну с понедельника».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5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не забываешь слова. Ты учишь их в форме, в которой их невозможно вспомнить в разговоре.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Опрос: сколько раз начинал(а) и бросал(а)?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Вопрос: почему в прошлый раз не получилось? Без вежливости, как есть.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21792" cy="621792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в трёх шагах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показать, что вы прочитали каждого, и назвать свой механизм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B3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ВОЗРАЖЕНИЕ ДНЯ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«Нужна техника и условия» → кадр: телефон и наушники, больше ничего. Занимаетесь стоя в очереди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456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АЖИОТАЖ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4456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Скрины ответов подряд + «просят разобрать подробнее»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4788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 ПРОДУКТА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4788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Раскрываем первый модуль: что человек умеет после него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3957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670048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83464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Скрины ответов подряд, не выборочно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частых ответа и почему ни один не является причиной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в трёх шагах, объяснённый как ребёнку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отличие от школьного порядка, названное прямо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Кадр: где и на чём вы занимаетесь. Телефон в руке, без стола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делают в первый час занятий по вашему методу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39572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2670048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283464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1  (скрины ответов)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 что вы написали. Я не выбирала удобные — взяла подряд.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4  (кадр: телефон в руке)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Кстати, вот всё моё «оборудование». Телефон. Больше ничего не нужно.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6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пальцах: шаг 1 → шаг 2 → шаг 3. Три шага, не пять.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Реакция: + если хочешь подробнее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21792" cy="621792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Арифметика часов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перевести обещание в число, которое зритель проверит на себе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B3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ВОЗРАЖЕНИЕ ДНЯ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«Нет времени» → КАДР вашего дня: где именно помещается час. Пока дети спят, в дороге. Показ, не рассказ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456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АЖИОТАЖ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4456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опроса: сколько человек готовы на 5+ часов в неделю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4788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 ПРОДУКТА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4788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часов в программе и как они разложены по неделям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3957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670048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83464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часов, разложенные на три сценария нагрузки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часов уже потрачено в школе и с каким результатом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что превращаются 40 часов: сериал, дорога, лента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 вашего дня: где помещается час, если день полный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«по 15 минут в день» не даёт результата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этого не хватит — назвать честно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39572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2670048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283464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3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часов в неделю → 8 недель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часа в неделю → 13 недель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час в неделю → 40 недель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один. Разница — только в тебе.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4  (кадр вашего дня)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«Нет времени» — слышу каждый день. Смотрите, как выглядит мой час. Я не сажусь за стол: он набирается из кусков, которые всё равно уходят в ленту.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Опрос: сколько часов в неделю реально готов(а)?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21792" cy="621792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Чужой результат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смог» вдохновляет, «смог такой же, как ты» — продаёт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B3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ВОЗРАЖЕНИЕ ДНЯ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«Мне поздно» → ученик старше зрителя. Без реального примера тему не поднимать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456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АЖИОТАЖ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4456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Сообщения учеников, реакции «а у меня так же»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4788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 ПРОДУКТА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4788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человек получает в сопровождении: разбор, обратная связь, что именно проверяется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3957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670048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83464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Ученик, максимально похожий на среднего зрителя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Ученик, который бросал больше трёх раз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старшего возраста — снимает «мне поздно»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с детьми и работой — усиливает вчерашнее «нет времени»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Видео, где ученик говорит сам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второй язык — если учеников показать нельзя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39572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2670048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283464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2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А: возраст, занятость, сколько раз бросал(а).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3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ЗАПОЛНИТЬ возраст. И это первое, что она написала: «мне не поздно?»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5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 не была способной. Она просто делала в правильном порядке.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6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она была не одна: вот как устроено сопровождение.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Реакция: ❤️ если узнал(а) себя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21792" cy="621792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Ажиотаж и честное сомнение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доказать спрос только фактами — и показать себя живой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B3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ВОЗРАЖЕНИЕ ДНЯ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 вдруг наберётся толпа и до меня не дойдут руки» → вы сами вслух боитесь не вытянуть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456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АЖИОТАЖ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4456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ДЕНЬ: результат опроса числом, сетка ответов, скрины с датами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4788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 ПРОДУКТА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4788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Ограниченная группа = внимание каждому. Это часть продукта, а не маркетинг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3957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670048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83464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опроса числом: сколько сказали «очень нужно»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Сетка ответов из директа за один день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Двое, кто спросил цену, когда продавать было нечего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реакция: «курса нет, и это меня выбило»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 боюсь сделать курс. Боюсь сделать плохой»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«Одно дело научить одного. Другое — сорок»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39572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2670048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283464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2  (скрин опроса)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человека ответили. 45 выбрали «мне это очень нужно».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4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Кто-то спросил цену. Кто-то — ссылку. Курса нет. И это меня выбило.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6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дело — научить одного. Другое — сорок. Поэтому мест будет мало — это не приём.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Вопрос: что бы остановило именно тебя?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21792" cy="621792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Признание: я продавала не то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 смену так, чтобы это было выводом из работы, а не маркетингом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B3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ВОЗРАЖЕНИЕ ДНЯ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у тебя уже училась» и «чем этот курс отличается» → отвечаем до того, как спросят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456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АЖИОТАЖ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4456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Реакция на признание, скрины ответов на вчерашний вопрос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4788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 ПРОДУКТА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4788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именно переделано в программе и что выкинуто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3957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670048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83464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поняла, что всё это время продавала не то»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говорили ученики прошлого потока, чего вы не ожидали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пришёл за одним языком, а взял метод и пошёл во второй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«курс английского» — слишком узкое название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Прямо: «я не переклеиваю этикетку»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решили выкинуть из старой программы и почему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39572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2670048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283464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1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 нужно кое в чём признаться.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5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продавала язык. А даю — порядок, который работает на любом языке. Это разные вещи, и я слишком долго этого не говорила.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6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Тем, кто уже учился у меня: ЗАПОЛНИТЬ. Молчать про них нельзя.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Опрос: один язык или как учить любой?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21792" cy="621792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Новое позиционирование: было → стало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показать смену по осям — конкретно, а не «стало лучше»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B3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ВОЗРАЖЕНИЕ ДНЯ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«Вложу деньги и не получится» → арифметика уже потраченного: репетитор, школа, приложения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456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АЖИОТАЖ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4456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«Когда старт», «как попасть» — скрины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4788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 ПРОДУКТА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4788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целиком: модули, что после каждого, кому какой тариф по смыслу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3957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670048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83464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«было → стало» прямо на экране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Новое название и что оно означает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Обещание в часах вместо «выучишь»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типа, кому это, и два — кому НЕ подойдёт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осталось от прошлой версии, а что выкинуто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человек уже отдал за язык без результата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39572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2670048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283464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2  (таблица)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Было: ЗАПОЛНИТЬ. Стало: ЗАПОЛНИТЬ.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5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Посчитай, сколько ты уже отдал(а) за язык: школа, репетитор, приложения, разговорный клуб.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6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большинства выходит ЗАПОЛНИТЬ. И результат тот же. Вопрос не в том, дорого ли. Вопрос в том, за что платить.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Реакция: ✅ если ждёшь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21792" cy="621792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Анонс старта + открытие анкеты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назвать срок, число мест и открыть анкету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B3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ВОЗРАЖЕНИЕ ДНЯ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«Начну потом, после отпуска» → цена отсрочки в часах: за три месяца проходится весь путь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456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АЖИОТАЖ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4456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Счётчик заполненных анкет — с этого дня показывается каждый день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47888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 ПРОДУКТА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47888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тот, кто зайдёт в этот поток и не получит следующий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3957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670048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83464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сколько дней открытие и сколько идут продажи — крупно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мест + настоящая причина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«Второго набора в этом периоде не будет»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Анкета: что это и что она не оплата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даёт заполнение анкеты раньше других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отсрочки — посчитать в часах, а не в упрёках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39572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2670048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283464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2  (крупно)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Открываю набор через 3 дня. Продажи идут 4 дня. Дальше закрыто.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3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 N. Столько, потому что ЗАПОЛНИТЬ. Больше не возьму — не вытяну.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5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месяца отсрочки — это ровно те 40 часов. Ты не откладываешь начало. Ты откладываешь результат.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Ссылка-стикер: анкета предзаписи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ДЕНЬ ПРОДАЖ ТОЖЕ НЕСЁТ ВОЗРАЖЕНИЕ И ЦЕННОСТЬ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Дни 11–14 · Окно продаж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36776" y="1783080"/>
            <a:ext cx="621792" cy="621792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6" name="Text 4"/>
          <p:cNvSpPr/>
          <p:nvPr/>
        </p:nvSpPr>
        <p:spPr>
          <a:xfrm>
            <a:off x="1636776" y="17830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Открытие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B3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возражение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1455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стесняюсь говорить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8313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устроена практика речи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ВИДЕО: ваша собственная ошибка в речи. «Собеседник даже не заметил»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10712" y="155448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07408" y="1783080"/>
            <a:ext cx="621792" cy="621792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5" name="Text 13"/>
          <p:cNvSpPr/>
          <p:nvPr/>
        </p:nvSpPr>
        <p:spPr>
          <a:xfrm>
            <a:off x="4407408" y="17830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93592" y="25146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Программа и тарифы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93592" y="29260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B3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возражение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93592" y="31455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 не работает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93592" y="36118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93592" y="38313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и платформа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93592" y="4343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экрана: вот здесь я слушаю и вот здесь поправляю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1344" y="155448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78040" y="1783080"/>
            <a:ext cx="621792" cy="621792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17830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64224" y="25146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уже внутри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64224" y="29260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B3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возражение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64224" y="31455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 кем практиковать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64224" y="36118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64224" y="38313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и чат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64224" y="4343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 чата: они уже находят друг друга по языкам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951976" y="155448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948672" y="1783080"/>
            <a:ext cx="621792" cy="621792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3" name="Text 31"/>
          <p:cNvSpPr/>
          <p:nvPr/>
        </p:nvSpPr>
        <p:spPr>
          <a:xfrm>
            <a:off x="9948672" y="17830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134856" y="25146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Закрытие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34856" y="29260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возражение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34856" y="31455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подумаю ещё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134856" y="36118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34856" y="38313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одним экраном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134856" y="4343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не уговариваю. Решение всё равно твоё». И закрыть, когда обещали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0080" y="55778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ошибка окна продаж — вывалить всё в первый день. Аргументы раздаются по одному: каждый день даёт новый повод вернуться.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БРАТЬ В ЛЮБОЙ ДЕНЬ, КОГДА ИНФОПОВОДА НЕТ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Банк смыслов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Истории про себя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раз, когда вас поняли на чужом языке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стыдный языковой провал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делали неправильно дольше всего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денег ушло на неработающие способы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373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 метод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порядок важнее усердия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вещи, которые надо перестать делать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говорить, когда знаешь двести слов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достаточный уровень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886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Боли аудитории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Стыд за акцент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«Начну, когда будет время»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Родительское «тебе не дано»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Ребёнок говорит, а ты нет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749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3886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Доказательства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29768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Разговор с носителем без монтажа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говорит сам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Переписка на изучаемом языке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До/после: запись голоса через N часов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инфоповоды каждого дня и метасообщения — полный список в текстовой версии плана.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В ДЕНЬ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Анкета предзаписи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анкеты — не собрать контакты, а дать менеджеру всё для звонка. Восемь вопросов: длинную не дозаполняют.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852160"/>
                <a:gridCol w="4389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Зачем менеджеру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Имя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обращение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Телефон или мессенджер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канал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Какой язык хочешь?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сегмент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Сколько раз уже начинал(а) и бросал(а)?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глубина боли — главный вопрос анкеты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было в прошлый раз: школа / репетитор / приложение / сам(а)?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разбирать на звонке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Сколько часов в неделю реально готов(а) выделять?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квалификация: меньше часа — не клиент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Зачем тебе язык — что изменится, когда заговоришь?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его формулировка выгоды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останавливает прямо сейчас?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возражение, названное заранее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4, 6 и 8 — рабочие, на них строится весь разговор. Остальные служебные.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 ДНЯМ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понять, что прогрев идёт правильно</a:t>
            </a:r>
            <a:endParaRPr lang="en-US" sz="3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120640"/>
                <a:gridCol w="47548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должно появиться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Если не появилось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ответы «я тоже так думала», узнавание себя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повторить точку А другим заходом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15+ развёрнутых ответов «почему бросил(а)»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боль названа неточно — переспросить прямее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вопросы «а мне подойдёт при моей нагрузке?»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арифметика не дошла — повторить на другом примере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«когда старт?» до объявления срока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спроса нет — не анонсировать, продлить блок метода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вопросы «чем отличается от прошлого?»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смену не заметили — повторить сравнение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анкеты идут в первые часы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анкета сложная или срок не прозвучал явно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оплаты в первые часы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тёплый список не обзвонён вовремя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0120" y="52120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признак дня не появился — не идти дальше по плану. Задержаться на день и добрать состояние дешевле, чем прийти к продажам с людьми, которые не дошли до «хочу».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ДАЛЬШЕ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32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База, собранная за эти 14 дней, —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вход в следующую воронку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663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Все, кто заполнил анкету и не купил, и все, кто пришёл в Telegram, — готовая аудитория,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которой рилс-воронка стартует не с нуля. Поэтому канал открывается в день 1.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План прогрева на 14 дней</dc:title>
  <dc:subject>PptxGenJS Presentation</dc:subject>
  <dc:creator>PptxGenJS</dc:creator>
  <cp:lastModifiedBy>PptxGenJS</cp:lastModifiedBy>
  <cp:revision>1</cp:revision>
  <dcterms:created xsi:type="dcterms:W3CDTF">2026-08-23T10:38:38Z</dcterms:created>
  <dcterms:modified xsi:type="dcterms:W3CDTF">2026-08-23T10:38:38Z</dcterms:modified>
</cp:coreProperties>
</file>