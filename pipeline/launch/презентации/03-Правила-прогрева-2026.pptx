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ОТДЕЛА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Прогрев в 2026 году: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изменилось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прогрева не менялся годами. Менялась среда — площадка, право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терпение аудитории. Этот файл про среду и про правила, которые из неё следуют.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прогрев сверяется с этими правилами ДО написания первого дня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 изменилось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6126480"/>
                <a:gridCol w="4754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держится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 состояний: вижу → верю → дело не во мне → способ есть → хочу → жду → взял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 порядок принятия решения, а не приём площадки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Инфоповод как начало любой истории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«сегодня произошло» сторис превращается в лекцию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 А→Б, показанная фотографиями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доказательство сильнее утверждения в любой год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Сначала ценность результата, потом цена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первая названная цифра задаёт шкалу для второй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Возражения снимаются реальными скринами из директа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выдуманное возражение звучит как выдуманное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призыв в одном окне продаж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два действия на выбор равны отсутствию действия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Обещание всегда в паре с условием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условия оно не защищает ни продажу, ни от возврата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№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— это не один алгоритм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официально отказался от единого «алгоритма»: у Ленты, Сторис, Рилс и Интересного — разные системы ранжирования. Для прогрева это значит разделение труда.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РИЛС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среди неподписчиков, вход новых людей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ждать: продаж в лоб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СТОРИС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конверсия: клик, ответ, заявка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ждать: охвата новой аудитории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5537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которое из этого следует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ранжируются по отношениям: история просмотров, ответы в директ, частота взаимодействия. Значит интерактив ставится каждый день прогрева. Опрос работает дважды — собирает данные и покупает место в начале ленты на завтра. Пропущенный опрос стоит охвата, а не только ответов.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№ 2 И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Пересылки важнее лайков. Оригинальность обязательна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подтверждённых сигнала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просмотра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пересылки в личные сообщения на охват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лайки на охват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6265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рилсе — строка, которую хочется отправить конкретному человеку. Не «сохрани», а «отправь тому, кто третий год собирается».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Оригинальность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+40–60 %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4652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распространения у оригинального контента. Аккаунты с 10+ репостами чужого за 30 дней исключаются из рекомендаций.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069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нарезки, тренды с чужим видеорядом и перезаливы в период запуска — прямой убыток охвата ровно в те недели, когда охват нужнее всего. Всё снимается своё, даже криво.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Later, Hootsuite, Dataslayer, Creatorflow, Outfame — ссылки в текстовой версии правил.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№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мы не автоматизируем директ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6126480"/>
                <a:gridCol w="4754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Автосообщений в час на аккаунт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Автосообщений одному человеку с триггера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за 24 часа  (правило 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Первое сообщение после триггера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блок: текст или картинка с кнопками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Холодные рассылки тем, кто не писал первым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запрещены на уровне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тариф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активных контактов в месяц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4343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отдела: на дорогом продукте директ не автоматизируется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4709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автосообщение в сутки делает бессмысленной саму идею многократных касаний. Один блок в первом сообщении — это ссылка и всё: ни квалификации, ни разговора. А дорогое покупают после разговора с человеком — бот на входе сжигает тёплый контакт, который стоил двух недель прогрева.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этого: ссылка на анкету в сторис → анкета → обзвон живым менеджером.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№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Ажиотаж только показанный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2026 — усталость от идеальных лиц и растущих графиков. Работают усталость, сомнения, признанные ошибки.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— НЕ РАБОТАЕТ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ПОКАЗАННЫЙ — РАБОТАЕТ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все пишут»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46888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 переписки с датой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127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«телефон разрывается»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127248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127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сообщений на экране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856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 улице подходят»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785616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7856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нечем показать → не говорим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43984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4439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ждут курс»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443984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44439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опроса числом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один день честного сомнения — «боюсь не вытянуть столько людей» — стоит трёх дней уверенности.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№ 6 И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и право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— не запасной канал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800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России и СНГ Telegram вышел на первое место по активности авторов.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открывается ДО первого дня прогрева. Аккаунт в соцсети арендованный: база вне его — единственное, что остаётся после запуска.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Реклама в Instagram в России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157984"/>
            <a:ext cx="4800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1 сентября 2025 запрещена, включая рекламу у блогеров.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Штрафы: физлицам и самозанятым 2 000–2 500 ₽, ИП 4 000–20 000 ₽, юрлицам 100 000–500 000 ₽. Отвечают обе стороны.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10881360" cy="914400"/>
        </p:xfrm>
        <a:graphic>
          <a:graphicData uri="http://schemas.openxmlformats.org/drawingml/2006/table">
            <a:tbl>
              <a:tblPr/>
              <a:tblGrid>
                <a:gridCol w="6126480"/>
                <a:gridCol w="4754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 рекламы у блогеров в Instagram под запуск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запрещено в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Таргет в Instagram на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запрещено в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контент в своём блоге о своём продукте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единой позиции ФАС нет → проверить с юристом до старта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Тот же запуск для аудитории вне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ограничение не действует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юридическая консультация. Если среди покупателей есть Россия — до дня 1 задать вопрос юристу.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НЕ НУЖНО — РАСФОКУС УБИВАЕТ ЗАПУСК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рабочие связки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9656"/>
            <a:ext cx="475488" cy="47548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682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→ анкета → обзвон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чек. Цена в сторис не называется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1700784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→ ссылка-стикер на анкету → менеджер звонит → оплата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нога: «напиши слово в директ» → отвечаете вручную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953512"/>
            <a:ext cx="475488" cy="47548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816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Рилс → интерес → Telegram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4592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фоном, не только в запуск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8346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рилс → вопрос в комментариях → вы отвечаете →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Telegram в шапке и в закреплённом комментарии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087368"/>
            <a:ext cx="475488" cy="47548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→ возражение → сторис-ответ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45920" y="43525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прогрева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0" y="3968496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в сторис → ответы в директ → скрин ответа →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сторис, снимающая возражение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56048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221224"/>
            <a:ext cx="475488" cy="475488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221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920" y="5084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→ дожим → следующий оффер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64592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живёт всё, чего нельзя в директе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5102352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и список анкет → посты и звонки →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купил → другая ступень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РАБОТАЕТ, НО ТОЛЬКО НАСТОЯЩЕЕ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Дефицит: как теперь можно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56692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Нельзя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«мест очень мало» без числа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«мест 30, потому что каждого я разбираю лично на созвоне»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«продажи могут закрыться сегодня» — и не закрылись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названный срок закрытия, и закрыть в этот срок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второе окно продаж после «больше не будет»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 окно. Следующий поток — по другой цене, сказать заранее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«отказы по рассрочке, пишите в личку — есть выход»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честный дешёвый тариф без обратной связи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062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ограничения должна быть причина, которую можно назвать вслух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48006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повышает согласие сама по себе — но только если она настоящая. Одно продлённое окно стоит дороже, чем все места, которые оно добрало: на следующем запуске вам не поверят ни одному сроку.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В ПАРЕ С УСЛОВИЕМ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Обещание результата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Нельзя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«заговоришь за месяц»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 часов до уровня X при M занятиях в неделю»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«подойдёт всем»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«не подойдёт тем, кто не готов на M часов в неделю»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без условия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= формула, где вторая переменная — усилие ученика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с названным условием защищает дважды: ему больше верят при покупке и его труднее оспорить при возврате. Честная оговорка вызывает больше доверия, чем безупречное обещание.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4572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ДНЯ ПРОГРЕВА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49377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Инфоповод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49377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93592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мысль дня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1344" y="49377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64224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51976" y="49377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34856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50468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Мостик к продукту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10712" y="550468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93592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Повод зайти в Telegram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81344" y="550468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64224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чужого в кадре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51976" y="550468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34856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петля на завтра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Запрещено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Заявлять ажиотаж, который нельзя показать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20840" y="1691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Объявлять дефицит, который не собираешься соблюсти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5328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Обещать результат без названного условия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578608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25328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Помогать обходить отказ банка по рассрочке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741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Выкладывать чужой видеоряд и перезаливы в период запуска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419856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33741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Ставить бота на входе в дорогой продукт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261104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15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Начинать прогрев, не собрав возражения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261104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4215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всю аудиторию в одной соцсети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5102352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056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Называть цену высокочекового продукта в сторис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5102352"/>
            <a:ext cx="384048" cy="384048"/>
          </a:xfrm>
          <a:prstGeom prst="ellipse">
            <a:avLst/>
          </a:prstGeom>
          <a:solidFill>
            <a:srgbClr val="B3453C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5056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Придумывать цифры. Нет цифры — ставится ЗАПОЛНИТЬ и задаётся вопрос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факт про площадку и право — со ссылкой. Всё, что не подтверждено, помечается как гипотеза и может быть оспорено.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прогрева 2026</dc:title>
  <dc:subject>PptxGenJS Presentation</dc:subject>
  <dc:creator>PptxGenJS</dc:creator>
  <cp:lastModifiedBy>PptxGenJS</cp:lastModifiedBy>
  <cp:revision>1</cp:revision>
  <dcterms:created xsi:type="dcterms:W3CDTF">2026-08-23T08:21:55Z</dcterms:created>
  <dcterms:modified xsi:type="dcterms:W3CDTF">2026-08-23T08:21:55Z</dcterms:modified>
</cp:coreProperties>
</file>