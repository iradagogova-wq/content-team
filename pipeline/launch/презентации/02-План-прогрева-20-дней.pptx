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1 · СТОРИС → АНКЕТА → ОБЗВОН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Прогрев курса полиглота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дней + 4 дня продаж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Перезапуск: курс уже существует. Прогрев доносит новое позиционирование,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 создаёт продукт с нуля. Цена в сторис не звучит ни разу.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идёт в днях, не в календаре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МИНИ-ОБУЧЕНИЕ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вообще работает прогрев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Прогрев — это не реклама, растянутая на две недели. Реклама говорит «купи». Прогрев меняет состояние человека, и в конце покупка становится логичным шагом, а не уступкой.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444752" cy="2286000"/>
          </a:xfrm>
          <a:prstGeom prst="roundRect">
            <a:avLst>
              <a:gd name="adj" fmla="val 506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560320"/>
            <a:ext cx="438912" cy="438912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Вижу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понял, чем ты занимаешься»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2377440"/>
            <a:ext cx="1444752" cy="2286000"/>
          </a:xfrm>
          <a:prstGeom prst="roundRect">
            <a:avLst>
              <a:gd name="adj" fmla="val 506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15768" y="2560320"/>
            <a:ext cx="438912" cy="438912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2" name="Text 10"/>
          <p:cNvSpPr/>
          <p:nvPr/>
        </p:nvSpPr>
        <p:spPr>
          <a:xfrm>
            <a:off x="2715768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04288" y="31089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04288" y="374904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«ты сам это прошёл»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85616" y="2377440"/>
            <a:ext cx="1444752" cy="2286000"/>
          </a:xfrm>
          <a:prstGeom prst="roundRect">
            <a:avLst>
              <a:gd name="adj" fmla="val 506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88536" y="2560320"/>
            <a:ext cx="438912" cy="438912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7" name="Text 15"/>
          <p:cNvSpPr/>
          <p:nvPr/>
        </p:nvSpPr>
        <p:spPr>
          <a:xfrm>
            <a:off x="4288536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77056" y="31089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Дело</a:t>
            </a:r>
            <a:endParaRPr lang="en-US" sz="14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во мне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77056" y="374904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«меня учили не так»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58384" y="2377440"/>
            <a:ext cx="1444752" cy="2286000"/>
          </a:xfrm>
          <a:prstGeom prst="roundRect">
            <a:avLst>
              <a:gd name="adj" fmla="val 506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61304" y="2560320"/>
            <a:ext cx="438912" cy="438912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22" name="Text 20"/>
          <p:cNvSpPr/>
          <p:nvPr/>
        </p:nvSpPr>
        <p:spPr>
          <a:xfrm>
            <a:off x="5861304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9824" y="31089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Способ</a:t>
            </a:r>
            <a:endParaRPr lang="en-US" sz="14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есть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9824" y="374904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 так, значит, можно»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31152" y="2377440"/>
            <a:ext cx="1444752" cy="2286000"/>
          </a:xfrm>
          <a:prstGeom prst="roundRect">
            <a:avLst>
              <a:gd name="adj" fmla="val 506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34072" y="2560320"/>
            <a:ext cx="438912" cy="438912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27" name="Text 25"/>
          <p:cNvSpPr/>
          <p:nvPr/>
        </p:nvSpPr>
        <p:spPr>
          <a:xfrm>
            <a:off x="7434072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22592" y="31089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Хочу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22592" y="374904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«хочу этот способ и у тебя»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2377440"/>
            <a:ext cx="1444752" cy="2286000"/>
          </a:xfrm>
          <a:prstGeom prst="roundRect">
            <a:avLst>
              <a:gd name="adj" fmla="val 506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006840" y="2560320"/>
            <a:ext cx="438912" cy="438912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32" name="Text 30"/>
          <p:cNvSpPr/>
          <p:nvPr/>
        </p:nvSpPr>
        <p:spPr>
          <a:xfrm>
            <a:off x="900684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95360" y="31089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Жду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95360" y="374904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«когда открытие?»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076688" y="2377440"/>
            <a:ext cx="1444752" cy="2286000"/>
          </a:xfrm>
          <a:prstGeom prst="roundRect">
            <a:avLst>
              <a:gd name="adj" fmla="val 5063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579608" y="2560320"/>
            <a:ext cx="438912" cy="438912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7" name="Text 35"/>
          <p:cNvSpPr/>
          <p:nvPr/>
        </p:nvSpPr>
        <p:spPr>
          <a:xfrm>
            <a:off x="10579608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168128" y="31089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Взял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168128" y="374904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«беру, пока не закрылось»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4892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Пропустить нельзя ни одного — человек не перепрыгивает, он застревает. Если запуск провалился, почти всегда виноват пропущенный переход, а не слабый оффер.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МИНИ-ОБУЧЕНИЕ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ошибки, которые убивают прогрев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4E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Продавать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состоянии 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только начал верить, а ему уже кидают ссылку. Он не отказывается — он просто перестаёт смотреть.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4E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1772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Заявлять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вместо показывать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«Мне все пишут», «мест почти нет». Сегодня это считывается с первой строки как приём. Работает только показанное.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4E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2104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Обещать результат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условия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«Заговоришь за месяц» ломает и продажи, и возвраты. Обещание живёт только в паре с усилием.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ритма:  6–9 сторис в день  ·  интерактив каждый день без исключений  ·  одна мысль в день  ·  два разгрузочных дня  ·  открытая петля на завтра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 работает дважды: собирает данные и держит сторис в начале ленты на завтра. Пропущенный опрос стоит охвата, а не только ответов.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СТЕРЖЕНЬ: ОДНА МЫСЛЬ НА ВСЕ 20 ДНЕЙ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«Ты не бездарный.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Тебя учили в порядке,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который не даёт заговорить»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663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сторис проверяется по ней: двигает — оставляем, не двигает — вырезаем.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Вина снимается с ученика и переносится на метод. Никакого «ты просто ленишься».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 КАКОЙ ДЕНЬ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20 дней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4650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98448" y="167335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история: я сам(а) не мог(ла)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877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98448" y="251460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+ видео-доказательство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282696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4290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298448" y="335584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боль: почему бросил в прошлый раз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27024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98448" y="419709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ответов + сам метод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965192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1114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298448" y="503834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арифметика часов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10712" y="160020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47872" y="174650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069080" y="167335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чужой результат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10712" y="2441448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47872" y="25877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069080" y="251460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АЖИОТАЖ — показанный спрос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10712" y="3282696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47872" y="34290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069080" y="335584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разгрузка + честное сомнение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10712" y="4123944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47872" y="427024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4069080" y="419709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ПРИЗНАНИЕ: продавала не то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10712" y="4965192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47872" y="51114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4069080" y="503834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НОВОЕ ПОЗИЦИОНИРОВАНИЕ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81344" y="160020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18504" y="174650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6839712" y="167335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 изнанки: что пересобираю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81344" y="2441448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18504" y="25877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6839712" y="251460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разгрузка + соучастие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81344" y="3282696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18504" y="34290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6839712" y="335584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АНОНС СТАРТА + анкета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81344" y="4123944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18504" y="427024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6839712" y="419709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снятие возражений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81344" y="4965192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318504" y="51114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900" dirty="0"/>
          </a:p>
        </p:txBody>
      </p:sp>
      <p:sp>
        <p:nvSpPr>
          <p:cNvPr id="48" name="Text 46"/>
          <p:cNvSpPr/>
          <p:nvPr/>
        </p:nvSpPr>
        <p:spPr>
          <a:xfrm>
            <a:off x="6839712" y="503834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снятие возражений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951976" y="1600200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089136" y="174650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900" dirty="0"/>
          </a:p>
        </p:txBody>
      </p:sp>
      <p:sp>
        <p:nvSpPr>
          <p:cNvPr id="51" name="Text 49"/>
          <p:cNvSpPr/>
          <p:nvPr/>
        </p:nvSpPr>
        <p:spPr>
          <a:xfrm>
            <a:off x="9610344" y="167335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предпродажный: оффер целиком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951976" y="2441448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089136" y="25877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900" dirty="0"/>
          </a:p>
        </p:txBody>
      </p:sp>
      <p:sp>
        <p:nvSpPr>
          <p:cNvPr id="54" name="Text 52"/>
          <p:cNvSpPr/>
          <p:nvPr/>
        </p:nvSpPr>
        <p:spPr>
          <a:xfrm>
            <a:off x="9610344" y="251460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— открытие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951976" y="3282696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089136" y="34290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900" dirty="0"/>
          </a:p>
        </p:txBody>
      </p:sp>
      <p:sp>
        <p:nvSpPr>
          <p:cNvPr id="57" name="Text 55"/>
          <p:cNvSpPr/>
          <p:nvPr/>
        </p:nvSpPr>
        <p:spPr>
          <a:xfrm>
            <a:off x="9610344" y="335584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— программа и тарифы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951976" y="4123944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089136" y="427024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>
            <a:off x="9610344" y="419709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— кто уже внутри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951976" y="4965192"/>
            <a:ext cx="2606040" cy="731520"/>
          </a:xfrm>
          <a:prstGeom prst="roundRect">
            <a:avLst>
              <a:gd name="adj" fmla="val 10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9089136" y="51114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900" dirty="0"/>
          </a:p>
        </p:txBody>
      </p:sp>
      <p:sp>
        <p:nvSpPr>
          <p:cNvPr id="63" name="Text 61"/>
          <p:cNvSpPr/>
          <p:nvPr/>
        </p:nvSpPr>
        <p:spPr>
          <a:xfrm>
            <a:off x="9610344" y="503834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— закрытие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контекст  ·  3–6 метод  ·  7–9 спрос и признание  ·  10–12 новое позиционирование  ·  13–15 анонс и возражения  ·  16 предпродажный  ·  17–20 продажи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40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560320" y="2084832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вы и почему вам верить · дни 1–2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560320" y="324612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Вижу → Верю.  Ключевой ход — снять с себя ореол таланта. Пока вы «человек со способностями», покупать нечего: способности не продаются. Как только вы «человек, который сам не мог, а потом нашёл порядок» — продаётся порядок.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 сам(а) не мог(ла)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дня: зритель должен перестать видеть талант и начать видеть путь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4709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Вопрос, который задают чаще всего: «у вас просто способности?»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Старая тетрадь, дневник, фото с оценкой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 завалили язык в школе или в вузе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Момент, когда вы сдались в первый раз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лет учили язык до первого разговора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вам говорили про ваши способности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того, что перепробовали и бросили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6596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1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 снова написали то, что пишут чаще всего. «У вас просто способности к языкам, да?»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  (фото из точки А)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ЗАПОЛНИТЬ: сколько лет учили, какая оценка, что не получалось.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5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Добило не то, что я не говорила. А вывод: дело во мне.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Опрос: думал(а) ли ты, что языки — не твоё?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собираем: долю тех, кто считает себя неспособным — главная цифра первого дня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оказалось на самом деле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дня: назвать виноватого — порядок, а не человек — и показать доказательство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4709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Сцена, где вы впервые увидели другой подход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разговор, который перевернул представление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делают дети, чего не делают взрослые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«сначала грамматика, потом говорить» не работает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часов вы потратили «правильно» и с каким итогом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«знать язык» отличается от «говорить»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6596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 учили в порядке, в котором заговорить невозможно.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4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грамматика. Потом слова. Потом «когда будешь готов». Готов не наступает никогда.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6–8  ВИДЕО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разговор на 2–3 языках. Одним куском, без монтажа, лучше с собеседником в кадре.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Реакция: 🔥 если тоже думал(а), что дело в тебе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собираем: реакции на видео. Резкий рост ответов после него = доказательство сработало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40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560320" y="2084832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Ввод в метод · дни 3–6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560320" y="324612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важный блок — здесь решается запуск. Желание учить язык уже есть у всех. Нет веры, что это достижимо ей. Порядок внутри блока: боль → причина → механизм → арифметика → чужой результат. Не менять.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не получилось в прошлый раз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дня: узнать свою историю в вашем тексте и написать, почему бросил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4709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Хроника попытки: две недели воодушевления → «не успел» → стыдно открыть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Приложение: 400 дней подряд и ни одного разговора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Репетитор: почему год занятий не даёт речь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денег уже потрачено на язык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учебник заканчивается, а язык — нет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всё понимаю, но не могу сказать» — откуда это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человек говорит себе, бросая в третий раз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6596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раз одинаково: две недели воодушевления → «на этой неделе не успел» → стыдно открывать → «начну с понедельника».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5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«Значит, языки — не моё.»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Опрос: сколько раз начинал(а) и бросал(а)?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Вопрос: почему в прошлый раз не получилось? Без вежливости, как есть.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собираем: ЭТО И ЕСТЬ ВАШ СПИСОК ВОЗРАЖЕНИЙ. Без этого дня дни 14–15 нечем наполнить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Разбор ответов + сам метод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дня: показать, что вы прочитали каждого, и назвать механизм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4709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Скрины ответов подряд, не выборочно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частых ответа и почему ни один не является причиной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в трёх шагах, объяснённый как ребёнку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отличие от школьного порядка, названное прямо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делают в первый час занятий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 вашем порядке нельзя «бросить на второй неделе»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Аналогия: как учатся плавать, водить, готовить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6596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1  (скрины 4–6 ответов)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Вот что вы написали. Я не выбирала удобные — взяла подряд.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из них не причина. Все три — следствия одной ошибки в порядке.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5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пальцах: шаг 1 → шаг 2 → шаг 3. Три шага, не пять — больше не запоминается.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Реакция: + если хочешь подробнее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собираем: число плюсов — замер интереса к методу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Арифметика часов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дня: перевести обещание в число, которое зритель проверит на себе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4709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часов, разложенные на три сценария нагрузки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часов уже потрачено в школе и с каким результатом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что превращаются 40 часов: сериал, дорога, лента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входит в один час занятия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«по 15 минут в день» не даёт результата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этого не хватит и почему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6596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2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часов. Не месяцев. Не лет. Часов.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часов в неделю → 8 недель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часа в неделю → 13 недель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час в неделю → 40 недель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один. Разница — только в тебе.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7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Тем, кто ответил «меньше часа», скажу правду позже. Не всё, что я делаю, подойдёт всем.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Опрос: сколько часов в неделю реально готов(а)?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собираем: КВАЛИФИКАЦИЯ. «5 и больше» — горячий список. «Меньше часа» — не клиенты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Чужой результат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дня: доказательство не о себе: «смог такой же, как ты»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4709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Ученик, максимально похожий на среднего зрителя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Ученик, который бросал больше трёх раз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старшего возраста — снимает «мне поздно»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с двумя детьми и работой — снимает «нет времени»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Видео, где ученик говорит сам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второй или третий язык — если учеников нет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6596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2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А: возраст, занятость, сколько раз бросал(а). Чем ближе к среднему зрителю — тем лучше.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4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Б. Лучше — видео, где человек говорит сам.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5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не была способной. Она просто делала в правильном порядке.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Реакция: ❤️ если узнал(а) себя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собираем: ответы «а у меня так же» — это будущие герои дня 15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40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560320" y="2084832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Спрос и смена позиционирования · дни 7–9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560320" y="324612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уже существует и продавался. Хода «а что если я сделаю обучение» здесь нет — это было бы враньём. Вместо него более сильный ход: признание, что продукт продавался не под тем именем.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Ажиотаж — показанный спрос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дня: доказать, что спрос есть, только фактами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4709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опроса числом: сколько сказали «очень нужно»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Сетка ответов из директа за один день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Двое, кто спросил цену, когда продавать было нечего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Просьбы про Telegram-канал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реакция: «курса нет, и это меня выбило»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Сообщение, которое тронуло сильнее остальных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6596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2  (скрин результатов опроса)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человека ответили. 45 выбрали «мне это очень нужно».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  (сетка ответов)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потом начали писать. Вот это всё — за один день.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4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Кто-то спросил цену. Кто-то — ссылку. Курса нет. И это меня выбило.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Опрос: ты был(а) среди тех, кто тогда написал?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собираем: долю «нет, но хотел(а)» — этих надо добрать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Разгрузка + честное сомнение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дня: снизить темп и показать себя живой. 3–4 сторис, не больше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4709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спали полночи, думали про эти сообщения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боюсь сделать курс. Боюсь сделать плохой»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«Одно дело научить одного. Другое — сорок»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вас пугает в собственном запуске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Бытовая сцена, где язык что-то изменил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6596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2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не боюсь сделать курс. Я боюсь сделать плохой.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дело — научить одного. Другое — сорок. Я пока не знаю, вытяну ли сорок.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Вопрос: если бы я взяла тебя в обучение — что бы тебя остановило? Именно тебя, не вообще.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собираем: второй заход за возражениями — у прогретых. Точнее, чем в дне 3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Признание: я продавала не то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дня: объяснить смену так, чтобы это выглядело выводом из работы, а не маркетингом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4709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поняла, что всё это время продавала не то»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говорили ученики прошлого потока, чего вы не ожидали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пришёл за одним языком, а взял метод и пошёл во второй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«курс английского» — слишком узкое название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вы недооценивали в собственной работе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Прямо: «я не переклеиваю этикетку»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решили выкинуть из старой программы и почему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6596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1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 нужно кое в чём признаться.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 мне приходили за английским. А уходили с тем, что потом применяли ко второму языку.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5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продавала язык. А даю — порядок, который работает на любом языке. Это разные вещи, и я слишком долго этого не говорила.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Опрос: что важнее — один язык или как учить любой?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собираем: готовность аудитории к позиционированию через метод + идеи в программу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440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560320" y="2084832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Новое позиционирование и сборка · дни 10–12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560320" y="324612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Перезапуску верят тогда, когда видно, ЧТО ИМЕННО поменялось. «Стало лучше» не работает — работает сравнение по осям. Левую колонку заполнить честно: если её выдумать «похуже», это увидят прошлые ученики.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 → СТАЛО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 10 · Новое позиционирование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2120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Было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Стало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продаём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курс конкретного языка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метод: порядок, работающий на любом языке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Обещание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«выучишь язык»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«N часов до уровня при такой-то нагрузке»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всем, кто хочет язык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тем, кто уже пробовал и бросил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Доказательство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знаю язык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знаю N языков + ученик, который бросал трижды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Возражение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«дорого», «нет времени»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«у меня нет способностей»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покупают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порядок и срок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5720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 в этот день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5029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НЕ подойдёт — минимум два типа. Названная граница вызывает больше доверия, чем универсальное обещание.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457200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4652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Тем, кто уже учился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46520" y="5029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Сказать отдельно, что вы для них делаете. Молчать нельзя: они первыми заметят смену и первыми решат, честная она или нет.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Дни 11–12 · Сборка и соучастие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 11 · Показ изнанки: что пересобираю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с программой, стол, ночная работа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модуль разобрать подробно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материалы списком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Платформа, где всё будет лежать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выкинули из прошлой версии и почему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Опрос: больше практики речи или больше разборов?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288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 12 · Разгрузка + возвращённое соучастие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46888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 просили — добавила»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вещи, появившиеся из ваших ответов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Формат: цитата подписчика → что теперь есть в программе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сторис, не больше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8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Этот день делает половину работы продаж: человек покупает то, что сам заказал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440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560320" y="2084832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Анонс старта и снятие тормозов · дни 13–15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560320" y="324612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Убирает всё, что помешает нажать «оплатить». У каждого ограничения должна быть причина, которую можно назвать вслух. Цена в сторис не звучит: дорогое покупают после разговора.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08760" y="4572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Анонс старта + открытие анкеты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08760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дня: назвать срок, число мест и открыть анкету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— ВЫБРАТЬ 1–2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4709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сколько дней открытие и сколько дней идут продажи — крупно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мест + настоящая причина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«Второго набора в этом периоде не будет»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Анкета: что это и что она не оплата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 заполнение анкеты раньше других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быть, если ссылка не открывается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463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МОЖЕТ ЗВУЧАТЬ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6596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2  (крупно)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Открываю набор через 4 дня. Продажи идут 4 дня. Дальше закрыто.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 N. Столько, потому что ЗАПОЛНИТЬ настоящая причина. Больше не возьму — не вытяну.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5  ссылка-стикер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Анкета предзаписи. Кто заполнит — с тем свяжется команда до старта.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7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3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открывается ссылка — напиши слово в директ. Отвечаю сама, не бот.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собираем: анкеты. С этого дня число заполненных показывается каждый день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2–3 В ДЕНЬ, ИЗ РЕАЛЬНЫХ ОТВЕТОВ ДНЕЙ 3, 8 И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Дни 14–15 · Снятие возражений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6751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Возражение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Чем закрывается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«У меня нет способностей»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весь стержень прогрева + ученик, похожий на зрителя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«Я уже пробовал(а) и бросил(а)»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назвать, что именно в прошлом методе заставляло бросать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«Нет времени»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арифметика дня 5: назвать минимум и не обещать результат при меньшем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«Мне поздно»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реальный старший ученик. Нет примера — не поднимать тему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«Не с кем говорить»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устроена практика речи внутри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«Чем этот курс отличается от прошлого?»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таблица «было → стало» из дня 10, без общих слов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«Я у тебя уже училась»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вы даёте прошлым ученикам. Отвечать до того, как спросят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5257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«дорого» в сторис не отвечаем. Это разговор менеджера — и там оно снимается не скидкой, а тем, что человек наконец понимает, за что платит.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ОФФЕР В ОДИН ЭКРАН, НИЧЕГО НОВОГО НЕ ДОБАВЛЯЯ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 16 · Предпродажный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874520" y="1645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Завтра открываю набор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6459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06640" y="1645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это: три типа, по строке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4231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874520" y="2423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получаешь: результат, а не список модулей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242316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4231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06640" y="2423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сколько часов и при какой нагрузке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2004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874520" y="3200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не надо брать — честно, по типам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32004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6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06640" y="3200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мест и почему столько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3977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7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874520" y="3977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анкету: кто в анкете — с тем поговорят первыми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3977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 8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0" y="44348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не буду уговаривать. Если ты три года собираешься — ещё один год ничего не изменит. Решение всё равно твоё.»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ЖДУ → ВЗЯЛ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Дни 17–20 · Окно продаж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2768" y="1920240"/>
            <a:ext cx="731520" cy="73152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6" name="Text 4"/>
          <p:cNvSpPr/>
          <p:nvPr/>
        </p:nvSpPr>
        <p:spPr>
          <a:xfrm>
            <a:off x="157276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первой сторис. Дальше по одному аргументу на сторис. Вечером — сколько мест ушло, числом.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6916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920240"/>
            <a:ext cx="731520" cy="73152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93592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Программа и тарифы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9312" y="324612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между тарифами объясняется результатом, а не количеством файлов.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6916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14032" y="1920240"/>
            <a:ext cx="731520" cy="731520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6" name="Text 14"/>
          <p:cNvSpPr/>
          <p:nvPr/>
        </p:nvSpPr>
        <p:spPr>
          <a:xfrm>
            <a:off x="7114032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64224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уже внутри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9944" y="324612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Скрины оплат и приветствий в чате, с разрешения. Ответы на вопросы суток.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51976" y="16916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84664" y="1920240"/>
            <a:ext cx="731520" cy="731520"/>
          </a:xfrm>
          <a:prstGeom prst="ellipse">
            <a:avLst/>
          </a:prstGeom>
          <a:solidFill>
            <a:srgbClr val="E9A03B"/>
          </a:solidFill>
          <a:ln/>
        </p:spPr>
      </p:sp>
      <p:sp>
        <p:nvSpPr>
          <p:cNvPr id="21" name="Text 19"/>
          <p:cNvSpPr/>
          <p:nvPr/>
        </p:nvSpPr>
        <p:spPr>
          <a:xfrm>
            <a:off x="9884664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34856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Закрытие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80576" y="324612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закрываю. Последние ответы. Осталось N мест — настоящее число. Вечером: закрыто.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ошибка окна продаж — вывалить всё в первый день. Аргументы раздаются по одному: каждый день даёт новый повод вернуться. И закрыть тогда, когда обещали — это единственное, что решает, поверят ли вам на следующем запуске.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БРАТЬ В ЛЮБОЙ ДЕНЬ, КОГДА ИНФОПОВОДА НЕТ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Банк смыслов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Истории про себя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раз, когда вас поняли на чужом языке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стыдный языковой провал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делали неправильно дольше всего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денег ушло на неработающие способы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37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 метод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порядок важнее усердия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вещи, которые надо перестать делать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говорить, когда знаешь двести слов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достаточный уровень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886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Боли аудитории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Стыд за акцент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«Начну, когда будет время»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Родительское «тебе не дано»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Ребёнок говорит, а ты нет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749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886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Доказательства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29768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Разговор с носителем без монтажа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говорит сам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Переписка на изучаемом языке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До/после: запись голоса через N часов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инфоповоды каждого дня и метасообщения — полный список в текстовой версии плана.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В ДЕНЬ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Анкета предзаписи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анкеты — не собрать контакты, а дать менеджеру всё для звонка. Восемь вопросов: длинную анкету не дозаполняют.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881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852160"/>
                <a:gridCol w="4389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Зачем менеджеру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Имя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обращение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Телефон или мессенджер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канал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Какой язык хочешь?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Сколько раз уже начинал(а) и бросал(а)?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глубина боли — главный вопрос анкеты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было в прошлый раз: школа / репетитор / приложение / сам(а)?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разбирать на звонке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Сколько часов в неделю реально готов(а) выделять?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квалификация: меньше часа — не клиент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Зачем тебе язык — что изменится, когда заговоришь?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его формулировка выгоды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останавливает прямо сейчас?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возражение, названное заранее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4, 6 и 8 — рабочие, на них строится весь разговор. Остальные служебные.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 ДНЯМ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понять, что прогрев идёт правильно</a:t>
            </a:r>
            <a:endParaRPr lang="en-US" sz="3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120640"/>
                <a:gridCol w="4663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День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должно появиться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Если не появилось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ответы «я тоже так думала», узнавание себя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повторить историю точки А другим заходом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 развёрнутых ответов «почему бросил(а)»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 названа неточно — переспросить прямее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вопросы «а мне подойдёт при моей нагрузке?»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арифметика не дошла — повторить на другом примере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«когда старт?» до объявления срока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спроса нет — не анонсировать старт, продлить блок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вопросы «чем отличается от прошлого?»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смену не заметили — повторить сравнение ещё раз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анкеты идут в первые часы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анкета сложная или срок не прозвучал явно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14–15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анкетах «что останавливает» = «ничего» или «цена»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возражения не сняты — добавить день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оплаты в первые часы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1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тёплый список не обзвонён вовремя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53949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признак дня не появился — не идти дальше по плану. Задержаться на день и добрать состояние дешевле, чем прийти к продажам с людьми, которые не дошли до «хочу».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База, собранная за эти 20 дней, —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вход в следующую воронку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663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Все, кто заполнил анкету и не купил, и все, кто пришёл в Telegram, — готовая аудитория,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которой рилс-воронка стартует не с нуля. Поэтому Telegram-канал открывается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4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день 1, а не после запуска.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План прогрева на 20 дней</dc:title>
  <dc:subject>PptxGenJS Presentation</dc:subject>
  <dc:creator>PptxGenJS</dc:creator>
  <cp:lastModifiedBy>PptxGenJS</cp:lastModifiedBy>
  <cp:revision>1</cp:revision>
  <dcterms:created xsi:type="dcterms:W3CDTF">2026-08-23T08:21:55Z</dcterms:created>
  <dcterms:modified xsi:type="dcterms:W3CDTF">2026-08-23T08:21:55Z</dcterms:modified>
</cp:coreProperties>
</file>